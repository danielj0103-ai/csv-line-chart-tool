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av" ContentType="audio/wav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audio" Target="../media/media-1-1.wav"/><Relationship Id="rId2" Type="http://schemas.microsoft.com/office/2007/relationships/media" Target="../media/media-1-1.wav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audio" Target="../media/media-2-1.wav"/><Relationship Id="rId2" Type="http://schemas.microsoft.com/office/2007/relationships/media" Target="../media/media-2-1.wav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audio" Target="../media/media-3-1.wav"/><Relationship Id="rId2" Type="http://schemas.microsoft.com/office/2007/relationships/media" Target="../media/media-3-1.wav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audio" Target="../media/media-4-1.wav"/><Relationship Id="rId2" Type="http://schemas.microsoft.com/office/2007/relationships/media" Target="../media/media-4-1.wav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audio" Target="../media/media-5-1.wav"/><Relationship Id="rId2" Type="http://schemas.microsoft.com/office/2007/relationships/media" Target="../media/media-5-1.wav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audio" Target="../media/media-6-1.wav"/><Relationship Id="rId2" Type="http://schemas.microsoft.com/office/2007/relationships/media" Target="../media/media-6-1.wav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audio" Target="../media/media-7-1.wav"/><Relationship Id="rId2" Type="http://schemas.microsoft.com/office/2007/relationships/media" Target="../media/media-7-1.wav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audio" Target="../media/media-8-1.wav"/><Relationship Id="rId2" Type="http://schemas.microsoft.com/office/2007/relationships/media" Target="../media/media-8-1.wav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94960" y="8229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🎙️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D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折線圖產生器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EEEEE"/>
                </a:solidFill>
              </a:rPr>
              <a:t>使用教學 · Daniel 語音導覽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402336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4206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93D"/>
                </a:solidFill>
              </a:rPr>
              <a:t>一個檔案，搞定所有圖表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4709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</a:rPr>
              <a:t>不需安裝、不需寫程式，瀏覽器開啟即可用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402336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17720" y="4206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93D"/>
                </a:solidFill>
              </a:rPr>
              <a:t>自動偵測欄位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617720" y="4709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</a:rPr>
              <a:t>時間欄位、數值欄位全自動辨識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38160" y="402336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66760" y="4206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93D"/>
                </a:solidFill>
              </a:rPr>
              <a:t>分析功能齊全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66760" y="4709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</a:rPr>
              <a:t>縮放、斜率、警示、壓差、Plotline 讀值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CSV 折線圖產生器 使用教學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7432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2286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E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軟體簡介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1874520"/>
            <a:ext cx="365760" cy="36576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331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93D"/>
                </a:solidFill>
              </a:rPr>
              <a:t>單一 HTML 檔案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9718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EEEEE"/>
                </a:solidFill>
              </a:rPr>
              <a:t>CSV_折線圖產生器.html，隨身攜帶就能用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64592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1874520"/>
            <a:ext cx="365760" cy="36576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2331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93D"/>
                </a:solidFill>
              </a:rPr>
              <a:t>零安裝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537960" y="29718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EEEEE"/>
                </a:solidFill>
              </a:rPr>
              <a:t>用瀏覽器開啟，不佔硬碟、不需套件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420624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8680" y="4434840"/>
            <a:ext cx="365760" cy="36576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4892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93D"/>
                </a:solidFill>
              </a:rPr>
              <a:t>依賴 CDN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68680" y="5532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EEEEE"/>
                </a:solidFill>
              </a:rPr>
              <a:t>Chart.js 由網路載入，需可連網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09360" y="420624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37960" y="4434840"/>
            <a:ext cx="365760" cy="36576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19" name="Text 16"/>
          <p:cNvSpPr/>
          <p:nvPr/>
        </p:nvSpPr>
        <p:spPr>
          <a:xfrm>
            <a:off x="6537960" y="4892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93D"/>
                </a:solidFill>
              </a:rPr>
              <a:t>支援編碼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537960" y="5532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EEEEE"/>
                </a:solidFill>
              </a:rPr>
              <a:t>Big5（繁中）與 UTF-8 CSV 皆可讀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CSV 折線圖產生器 使用教學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7432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2286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E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快速開始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1463040"/>
            <a:ext cx="7498080" cy="96012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51560" y="1673352"/>
            <a:ext cx="548640" cy="54864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17099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828800" y="166420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用瀏覽器開啟 HTML 檔案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2697480"/>
            <a:ext cx="7498080" cy="96012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51560" y="2907792"/>
            <a:ext cx="548640" cy="54864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29443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828800" y="289864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點「📂 選擇 CSV 檔案」選取資料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22960" y="3931920"/>
            <a:ext cx="7498080" cy="96012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51560" y="4142232"/>
            <a:ext cx="548640" cy="54864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41788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828800" y="413308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勾選要顯示的 Y 軸欄位（預設全選）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22960" y="5166360"/>
            <a:ext cx="7498080" cy="96012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51560" y="5376672"/>
            <a:ext cx="548640" cy="54864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19" name="Text 16"/>
          <p:cNvSpPr/>
          <p:nvPr/>
        </p:nvSpPr>
        <p:spPr>
          <a:xfrm>
            <a:off x="1051560" y="54132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828800" y="536752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EEEE"/>
                </a:solidFill>
              </a:rPr>
              <a:t>按「✓ 確認選擇」產生圖表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CSV 折線圖產生器 使用教學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7432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2286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E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格式說明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6217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2103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時間欄位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數值欄位 A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數值欄位 B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EE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2026/08/17 10:00:00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EE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12.5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EE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EE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2026/08/17 10:00:01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EE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13.2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EE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EE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2026/08/17 10:00:02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EE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11.8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EEE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3152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範例 CSV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7680960" y="1600200"/>
            <a:ext cx="128016" cy="128016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8" name="Text 4"/>
          <p:cNvSpPr/>
          <p:nvPr/>
        </p:nvSpPr>
        <p:spPr>
          <a:xfrm>
            <a:off x="795528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93D"/>
                </a:solidFill>
              </a:rPr>
              <a:t>第一列為欄位名稱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955280" y="18470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</a:rPr>
              <a:t>其餘為資料列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680960" y="2743200"/>
            <a:ext cx="128016" cy="128016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11" name="Text 7"/>
          <p:cNvSpPr/>
          <p:nvPr/>
        </p:nvSpPr>
        <p:spPr>
          <a:xfrm>
            <a:off x="795528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93D"/>
                </a:solidFill>
              </a:rPr>
              <a:t>時間欄位關鍵字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955280" y="29900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</a:rPr>
              <a:t>time / date / datetime / timestamp / 時間 / 日期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680960" y="3886200"/>
            <a:ext cx="128016" cy="128016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14" name="Text 10"/>
          <p:cNvSpPr/>
          <p:nvPr/>
        </p:nvSpPr>
        <p:spPr>
          <a:xfrm>
            <a:off x="7955280" y="3794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93D"/>
                </a:solidFill>
              </a:rPr>
              <a:t>時間格式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955280" y="41330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</a:rPr>
              <a:t>ISO 或 2026/08/17 10:00:00 皆支援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680960" y="5029200"/>
            <a:ext cx="128016" cy="128016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17" name="Text 13"/>
          <p:cNvSpPr/>
          <p:nvPr/>
        </p:nvSpPr>
        <p:spPr>
          <a:xfrm>
            <a:off x="7955280" y="4937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93D"/>
                </a:solidFill>
              </a:rPr>
              <a:t>數值欄位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955280" y="52760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</a:rPr>
              <a:t>前十列至少有 8 個數字才會被採用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CSV 折線圖產生器 使用教學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7432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2286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E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主要功能總覽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📍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2FF"/>
                </a:solidFill>
              </a:rPr>
              <a:t>疊圖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</a:rPr>
              <a:t>全部欄位合一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57200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2FF"/>
                </a:solidFill>
              </a:rPr>
              <a:t>個別圖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57200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</a:rPr>
              <a:t>一欄一圖、2×2 分頁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38160" y="16002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🖱️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32104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2FF"/>
                </a:solidFill>
              </a:rPr>
              <a:t>縮放 / 平移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32104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</a:rPr>
              <a:t>拖曳框選、Shift 平移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" y="393192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822960" y="4846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2FF"/>
                </a:solidFill>
              </a:rPr>
              <a:t>斜率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22960" y="5303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</a:rPr>
              <a:t>線性迴歸與 R²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389120" y="393192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🔴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4572000" y="4846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2FF"/>
                </a:solidFill>
              </a:rPr>
              <a:t>上下限警示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4572000" y="5303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</a:rPr>
              <a:t>超限線段標紅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138160" y="393192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32104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📏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8321040" y="4846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2FF"/>
                </a:solidFill>
              </a:rPr>
              <a:t>Plotline 讀值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8321040" y="5303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</a:rPr>
              <a:t>點擊即讀該時刻數值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CSV 折線圖產生器 使用教學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7432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2286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E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縮放、平移與斜率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1874520"/>
            <a:ext cx="365760" cy="36576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331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93D"/>
                </a:solidFill>
              </a:rPr>
              <a:t>拖曳縮放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9718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EEEEE"/>
                </a:solidFill>
              </a:rPr>
              <a:t>按住滑鼠左鍵框選 XY 範圍，放大檢視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64592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1874520"/>
            <a:ext cx="365760" cy="36576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11" name="Text 8"/>
          <p:cNvSpPr/>
          <p:nvPr/>
        </p:nvSpPr>
        <p:spPr>
          <a:xfrm>
            <a:off x="6537960" y="2331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93D"/>
                </a:solidFill>
              </a:rPr>
              <a:t>平移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537960" y="29718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EEEEE"/>
                </a:solidFill>
              </a:rPr>
              <a:t>Shift + 拖曳，移動檢視位置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420624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8680" y="4434840"/>
            <a:ext cx="365760" cy="36576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4892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93D"/>
                </a:solidFill>
              </a:rPr>
              <a:t>同步縮放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68680" y="5532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EEEEE"/>
                </a:solidFill>
              </a:rPr>
              <a:t>所有圖表共用同一 X 範圍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09360" y="420624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37960" y="4434840"/>
            <a:ext cx="365760" cy="36576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19" name="Text 16"/>
          <p:cNvSpPr/>
          <p:nvPr/>
        </p:nvSpPr>
        <p:spPr>
          <a:xfrm>
            <a:off x="6537960" y="4892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93D"/>
                </a:solidFill>
              </a:rPr>
              <a:t>斜率分析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537960" y="5532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EEEEE"/>
                </a:solidFill>
              </a:rPr>
              <a:t>縮放後按「📈 斜率」，繪出紅色迴歸線並顯示 R²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676656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6995160"/>
            <a:ext cx="365760" cy="365760"/>
          </a:xfrm>
          <a:prstGeom prst="ellipse">
            <a:avLst/>
          </a:prstGeom>
          <a:solidFill>
            <a:srgbClr val="00D2FF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7452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93D"/>
                </a:solidFill>
              </a:rPr>
              <a:t>重設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68680" y="80924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EEEEE"/>
                </a:solidFill>
              </a:rPr>
              <a:t>按「↺ 重設」回復原範圍並移除斜率線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CSV 折線圖產生器 使用教學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7432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2286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E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Plotline 讀值功能（重點）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D2FF"/>
            </a:solidFill>
            <a:prstDash val="solid"/>
          </a:ln>
          <a:effectLst>
            <a:outerShdw sx="100000" sy="100000" kx="0" ky="0" algn="bl" rotWithShape="0" blurRad="76200" dist="50800" dir="2700000">
              <a:srgbClr val="00D2FF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93D"/>
                </a:solidFill>
              </a:rPr>
              <a:t>開啟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240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</a:rPr>
              <a:t>點左上角「📏 Plotline」，按鈕變黃底即開啟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09360" y="155448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D2FF"/>
            </a:solidFill>
            <a:prstDash val="solid"/>
          </a:ln>
          <a:effectLst>
            <a:outerShdw sx="100000" sy="100000" kx="0" ky="0" algn="bl" rotWithShape="0" blurRad="76200" dist="50800" dir="2700000">
              <a:srgbClr val="00D2FF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3796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93D"/>
                </a:solidFill>
              </a:rPr>
              <a:t>點擊讀值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37960" y="2240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</a:rPr>
              <a:t>點圖表任意位置，下方即列出該時刻所有欄位數值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24612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D2FF"/>
            </a:solidFill>
            <a:prstDash val="solid"/>
          </a:ln>
          <a:effectLst>
            <a:outerShdw sx="100000" sy="100000" kx="0" ky="0" algn="bl" rotWithShape="0" blurRad="76200" dist="50800" dir="2700000">
              <a:srgbClr val="00D2FF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" y="3429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93D"/>
                </a:solidFill>
              </a:rPr>
              <a:t>標記線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77240" y="3931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</a:rPr>
              <a:t>圖上畫出垂直標記線，線旁標示點擊順序 01、02…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09360" y="324612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D2FF"/>
            </a:solidFill>
            <a:prstDash val="solid"/>
          </a:ln>
          <a:effectLst>
            <a:outerShdw sx="100000" sy="100000" kx="0" ky="0" algn="bl" rotWithShape="0" blurRad="76200" dist="50800" dir="2700000">
              <a:srgbClr val="00D2FF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37960" y="3429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93D"/>
                </a:solidFill>
              </a:rPr>
              <a:t>時間排序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37960" y="3931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</a:rPr>
              <a:t>數值列依時間自動排序，越晚越下面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93776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D2FF"/>
            </a:solidFill>
            <a:prstDash val="solid"/>
          </a:ln>
          <a:effectLst>
            <a:outerShdw sx="100000" sy="100000" kx="0" ky="0" algn="bl" rotWithShape="0" blurRad="76200" dist="50800" dir="2700000">
              <a:srgbClr val="00D2FF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7240" y="5120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93D"/>
                </a:solidFill>
              </a:rPr>
              <a:t>自動避色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77240" y="5623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</a:rPr>
              <a:t>折線是黃色時，標記線自動換其他顏色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309360" y="493776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D2FF"/>
            </a:solidFill>
            <a:prstDash val="solid"/>
          </a:ln>
          <a:effectLst>
            <a:outerShdw sx="100000" sy="100000" kx="0" ky="0" algn="bl" rotWithShape="0" blurRad="76200" dist="50800" dir="2700000">
              <a:srgbClr val="00D2FF">
                <a:alpha val="2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537960" y="5120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93D"/>
                </a:solidFill>
              </a:rPr>
              <a:t>每圖獨立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537960" y="5623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EEE"/>
                </a:solidFill>
              </a:rPr>
              <a:t>標記只出現在點擊的那張圖，不會連動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CSV 折線圖產生器 使用教學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7432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/>
        </p:spPr>
      </p:sp>
      <p:sp>
        <p:nvSpPr>
          <p:cNvPr id="4" name="Text 1"/>
          <p:cNvSpPr/>
          <p:nvPr/>
        </p:nvSpPr>
        <p:spPr>
          <a:xfrm>
            <a:off x="594360" y="2286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E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常見問題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508760"/>
            <a:ext cx="10698480" cy="1051560"/>
          </a:xfrm>
          <a:prstGeom prst="roundRect">
            <a:avLst>
              <a:gd name="adj" fmla="val 5217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1600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2FF"/>
                </a:solidFill>
              </a:rPr>
              <a:t>Q  載入後沒有圖？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60120" y="20116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EEEE"/>
                </a:solidFill>
              </a:rPr>
              <a:t>A  確認有表頭列、資料 ≥2 列、至少一個數值欄位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743200"/>
            <a:ext cx="10698480" cy="1051560"/>
          </a:xfrm>
          <a:prstGeom prst="roundRect">
            <a:avLst>
              <a:gd name="adj" fmla="val 5217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28346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2FF"/>
                </a:solidFill>
              </a:rPr>
              <a:t>Q  時間欄位沒被偵測？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0120" y="32461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EEEE"/>
                </a:solidFill>
              </a:rPr>
              <a:t>A  欄位名稱含 time／date／時間 等關鍵字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3977640"/>
            <a:ext cx="10698480" cy="1051560"/>
          </a:xfrm>
          <a:prstGeom prst="roundRect">
            <a:avLst>
              <a:gd name="adj" fmla="val 5217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40690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2FF"/>
                </a:solidFill>
              </a:rPr>
              <a:t>Q  點擊沒出現 Plotline？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60120" y="44805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EEEE"/>
                </a:solidFill>
              </a:rPr>
              <a:t>A  確認按鈕開啟、點在繪圖區內、不是拖曳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5212080"/>
            <a:ext cx="10698480" cy="1051560"/>
          </a:xfrm>
          <a:prstGeom prst="roundRect">
            <a:avLst>
              <a:gd name="adj" fmla="val 5217"/>
            </a:avLst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53035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2FF"/>
                </a:solidFill>
              </a:rPr>
              <a:t>Q  圖表空白？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60120" y="57150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EEEE"/>
                </a:solidFill>
              </a:rPr>
              <a:t>A  確認可連網（Chart.js 由 CDN 載入）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57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CSV 折線圖產生器 使用教學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AI 教學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Daniel</dc:creator>
  <cp:lastModifiedBy>Daniel</cp:lastModifiedBy>
  <cp:revision>1</cp:revision>
  <dcterms:created xsi:type="dcterms:W3CDTF">2026-08-18T01:14:33Z</dcterms:created>
  <dcterms:modified xsi:type="dcterms:W3CDTF">2026-08-18T01:14:33Z</dcterms:modified>
</cp:coreProperties>
</file>