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" d="100"/>
          <a:sy n="10" d="100"/>
        </p:scale>
        <p:origin x="6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08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822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🎙️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折線圖產生器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EEEEE"/>
                </a:solidFill>
              </a:rPr>
              <a:t>使用教學 · Daniel 語音導覽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4023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016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一個檔案，搞定所有圖表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不需安裝、不需寫程式，瀏覽器開啟即可用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4023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016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772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自動偵測欄位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1772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時間欄位、數值欄位全自動辨識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38160" y="4023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01600" dist="508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6676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分析功能齊全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6676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縮放、斜率、警示、壓差、Plotline 讀值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 / 8</a:t>
            </a:r>
            <a:endParaRPr lang="en-US" sz="900" dirty="0"/>
          </a:p>
        </p:txBody>
      </p:sp>
      <p:pic>
        <p:nvPicPr>
          <p:cNvPr id="17" name="s01">
            <a:hlinkClick r:id="" action="ppaction://media"/>
            <a:extLst>
              <a:ext uri="{FF2B5EF4-FFF2-40B4-BE49-F238E27FC236}">
                <a16:creationId xmlns:a16="http://schemas.microsoft.com/office/drawing/2014/main" id="{DFD042ED-3494-7E7E-D7F5-9B2DD029BE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6048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8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軟體簡介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單一 HTML 檔案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CSV_折線圖產生器.html，隨身攜帶就能用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零安裝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3796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用瀏覽器開啟，不佔硬碟、不需套件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206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依賴 CDN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532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Chart.js 由網路載入，需可連網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4206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7960" y="443484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支援編碼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37960" y="5532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Big5（繁中）與 UTF-8 CSV 皆可讀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 / 8</a:t>
            </a:r>
            <a:endParaRPr lang="en-US" sz="900" dirty="0"/>
          </a:p>
        </p:txBody>
      </p:sp>
      <p:pic>
        <p:nvPicPr>
          <p:cNvPr id="23" name="s02">
            <a:hlinkClick r:id="" action="ppaction://media"/>
            <a:extLst>
              <a:ext uri="{FF2B5EF4-FFF2-40B4-BE49-F238E27FC236}">
                <a16:creationId xmlns:a16="http://schemas.microsoft.com/office/drawing/2014/main" id="{C0B25386-A38E-00B5-5E82-33C2675281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6048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0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快速開始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463040"/>
            <a:ext cx="749808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1673352"/>
            <a:ext cx="548640" cy="5486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709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166420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EEEE"/>
                </a:solidFill>
              </a:rPr>
              <a:t>用瀏覽器開啟 HTML 檔案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697480"/>
            <a:ext cx="749808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2907792"/>
            <a:ext cx="548640" cy="5486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9443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28800" y="289864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EEEE"/>
                </a:solidFill>
              </a:rPr>
              <a:t>點「📂 選擇 CSV 檔案」選取資料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3931920"/>
            <a:ext cx="749808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1560" y="4142232"/>
            <a:ext cx="548640" cy="5486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178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828800" y="413308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EEEE"/>
                </a:solidFill>
              </a:rPr>
              <a:t>勾選要顯示的 Y 軸欄位（預設全選）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" y="5166360"/>
            <a:ext cx="749808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1560" y="5376672"/>
            <a:ext cx="548640" cy="5486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54132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828800" y="53675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EEEE"/>
                </a:solidFill>
              </a:rPr>
              <a:t>按「✓ 確認選擇」產生圖表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 / 8</a:t>
            </a:r>
            <a:endParaRPr lang="en-US" sz="900" dirty="0"/>
          </a:p>
        </p:txBody>
      </p:sp>
      <p:pic>
        <p:nvPicPr>
          <p:cNvPr id="23" name="s03">
            <a:hlinkClick r:id="" action="ppaction://media"/>
            <a:extLst>
              <a:ext uri="{FF2B5EF4-FFF2-40B4-BE49-F238E27FC236}">
                <a16:creationId xmlns:a16="http://schemas.microsoft.com/office/drawing/2014/main" id="{134BA63E-AEBD-BA4A-4B14-D70AB5E914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6048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4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格式說明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62179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時間欄位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數值欄位 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數值欄位 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2026/08/17 10:00:00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2026/08/17 10:00:01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13.2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2026/08/17 10:00:02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</a:rPr>
              <a:t>範例 CSV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7680960" y="160020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8" name="Text 4"/>
          <p:cNvSpPr/>
          <p:nvPr/>
        </p:nvSpPr>
        <p:spPr>
          <a:xfrm>
            <a:off x="795528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3D"/>
                </a:solidFill>
              </a:rPr>
              <a:t>第一列為欄位名稱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55280" y="1847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其餘為資料列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680960" y="274320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1" name="Text 7"/>
          <p:cNvSpPr/>
          <p:nvPr/>
        </p:nvSpPr>
        <p:spPr>
          <a:xfrm>
            <a:off x="795528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3D"/>
                </a:solidFill>
              </a:rPr>
              <a:t>時間欄位關鍵字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955280" y="2990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time / date / datetime / timestamp / 時間 / 日期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80960" y="388620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4" name="Text 10"/>
          <p:cNvSpPr/>
          <p:nvPr/>
        </p:nvSpPr>
        <p:spPr>
          <a:xfrm>
            <a:off x="795528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3D"/>
                </a:solidFill>
              </a:rPr>
              <a:t>時間格式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955280" y="4133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ISO 或 2026/08/17 10:00:00 皆支援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680960" y="502920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7" name="Text 13"/>
          <p:cNvSpPr/>
          <p:nvPr/>
        </p:nvSpPr>
        <p:spPr>
          <a:xfrm>
            <a:off x="795528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3D"/>
                </a:solidFill>
              </a:rPr>
              <a:t>數值欄位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955280" y="5276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前十列至少有 8 個數字才會被採用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 / 8</a:t>
            </a:r>
            <a:endParaRPr lang="en-US" sz="900" dirty="0"/>
          </a:p>
        </p:txBody>
      </p:sp>
      <p:pic>
        <p:nvPicPr>
          <p:cNvPr id="21" name="s04">
            <a:hlinkClick r:id="" action="ppaction://media"/>
            <a:extLst>
              <a:ext uri="{FF2B5EF4-FFF2-40B4-BE49-F238E27FC236}">
                <a16:creationId xmlns:a16="http://schemas.microsoft.com/office/drawing/2014/main" id="{BAD79367-257E-DA9D-DE57-EA8E545D62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6048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8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主要功能總覽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2FF"/>
                </a:solidFill>
              </a:rPr>
              <a:t>疊圖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全部欄位合一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2FF"/>
                </a:solidFill>
              </a:rPr>
              <a:t>個別圖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一欄一圖、2×2 分頁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🖱️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2FF"/>
                </a:solidFill>
              </a:rPr>
              <a:t>縮放 / 平移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2104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拖曳框選、Shift 平移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39319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2296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2FF"/>
                </a:solidFill>
              </a:rPr>
              <a:t>斜率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296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線性迴歸與 R²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89120" y="39319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🔴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457200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2FF"/>
                </a:solidFill>
              </a:rPr>
              <a:t>上下限警示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57200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超限線段標紅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38160" y="39319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2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📏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832104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2FF"/>
                </a:solidFill>
              </a:rPr>
              <a:t>Plotline 讀值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32104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點擊即讀該時刻數值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5 / 8</a:t>
            </a:r>
            <a:endParaRPr lang="en-US" sz="900" dirty="0"/>
          </a:p>
        </p:txBody>
      </p:sp>
      <p:pic>
        <p:nvPicPr>
          <p:cNvPr id="31" name="s05">
            <a:hlinkClick r:id="" action="ppaction://media"/>
            <a:extLst>
              <a:ext uri="{FF2B5EF4-FFF2-40B4-BE49-F238E27FC236}">
                <a16:creationId xmlns:a16="http://schemas.microsoft.com/office/drawing/2014/main" id="{FA1A702C-F584-88AF-2530-BAEA88E4BB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6048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80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縮放、平移與斜率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拖曳縮放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按住滑鼠左鍵框選 XY 範圍，放大檢視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平移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3796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Shift + 拖曳，移動檢視位置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206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同步縮放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532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所有圖表共用同一 X 範圍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4206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7960" y="443484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斜率分析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37960" y="5532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縮放後按「📈 斜率」，繪出紅色迴歸線並顯示 R²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67665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699516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7452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93D"/>
                </a:solidFill>
              </a:rPr>
              <a:t>重設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68680" y="8092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按「↺ 重設」回復原範圍並移除斜率線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6 / 8</a:t>
            </a:r>
            <a:endParaRPr lang="en-US" sz="900" dirty="0"/>
          </a:p>
        </p:txBody>
      </p:sp>
      <p:pic>
        <p:nvPicPr>
          <p:cNvPr id="27" name="s06">
            <a:hlinkClick r:id="" action="ppaction://media"/>
            <a:extLst>
              <a:ext uri="{FF2B5EF4-FFF2-40B4-BE49-F238E27FC236}">
                <a16:creationId xmlns:a16="http://schemas.microsoft.com/office/drawing/2014/main" id="{A724731E-4CFF-1B6F-549C-487BFC9157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6048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8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Plotline 讀值功能（重點）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blurRad="76200" dist="50800" dir="2700000" algn="bl" rotWithShape="0">
              <a:srgbClr val="00D2FF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開啟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點左上角「📏 Plotline」，按鈕變黃底即開啟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blurRad="76200" dist="50800" dir="2700000" algn="bl" rotWithShape="0">
              <a:srgbClr val="00D2FF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點擊讀值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點圖表任意位置，下方即列出該時刻所有欄位數值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blurRad="76200" dist="50800" dir="2700000" algn="bl" rotWithShape="0">
              <a:srgbClr val="00D2FF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標記線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3931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圖上畫出垂直標記線，線旁標示點擊順序 01、02…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32461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blurRad="76200" dist="50800" dir="2700000" algn="bl" rotWithShape="0">
              <a:srgbClr val="00D2FF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3796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時間排序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3931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數值列依時間自動排序，越晚越下面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9377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blurRad="76200" dist="50800" dir="2700000" algn="bl" rotWithShape="0">
              <a:srgbClr val="00D2FF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5120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自動避色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" y="5623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折線是黃色時，標記線自動換其他顏色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49377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blurRad="76200" dist="50800" dir="2700000" algn="bl" rotWithShape="0">
              <a:srgbClr val="00D2FF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37960" y="5120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</a:rPr>
              <a:t>每圖獨立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37960" y="5623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</a:rPr>
              <a:t>標記只出現在點擊的那張圖，不會連動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7 / 8</a:t>
            </a:r>
            <a:endParaRPr lang="en-US" sz="900" dirty="0"/>
          </a:p>
        </p:txBody>
      </p:sp>
      <p:pic>
        <p:nvPicPr>
          <p:cNvPr id="25" name="s07">
            <a:hlinkClick r:id="" action="ppaction://media"/>
            <a:extLst>
              <a:ext uri="{FF2B5EF4-FFF2-40B4-BE49-F238E27FC236}">
                <a16:creationId xmlns:a16="http://schemas.microsoft.com/office/drawing/2014/main" id="{D8471AF8-71FF-FF12-7D8E-21C03C90BC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6048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常見問題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50876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600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2FF"/>
                </a:solidFill>
              </a:rPr>
              <a:t>Q  載入後沒有圖？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0116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A  確認有表頭列、資料 ≥2 列、至少一個數值欄位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74320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834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2FF"/>
                </a:solidFill>
              </a:rPr>
              <a:t>Q  時間欄位沒被偵測？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246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A  欄位名稱含 time／date／時間 等關鍵字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97764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069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2FF"/>
                </a:solidFill>
              </a:rPr>
              <a:t>Q  點擊沒出現 Plotline？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4480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A  確認按鈕開啟、點在繪圖區內、不是拖曳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521208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5303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2FF"/>
                </a:solidFill>
              </a:rPr>
              <a:t>Q  圖表空白？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57150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</a:rPr>
              <a:t>A  確認可連網（Chart.js 由 CDN 載入）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8 / 8</a:t>
            </a:r>
            <a:endParaRPr lang="en-US" sz="900" dirty="0"/>
          </a:p>
        </p:txBody>
      </p:sp>
      <p:pic>
        <p:nvPicPr>
          <p:cNvPr id="19" name="s08">
            <a:hlinkClick r:id="" action="ppaction://media"/>
            <a:extLst>
              <a:ext uri="{FF2B5EF4-FFF2-40B4-BE49-F238E27FC236}">
                <a16:creationId xmlns:a16="http://schemas.microsoft.com/office/drawing/2014/main" id="{A5D04131-3C87-37CD-091A-5CA8CCCF4D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6048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6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寬螢幕</PresentationFormat>
  <Paragraphs>125</Paragraphs>
  <Slides>8</Slides>
  <Notes>8</Notes>
  <HiddenSlides>0</HiddenSlides>
  <MMClips>8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Cambria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AI 教學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Daniel</dc:creator>
  <cp:lastModifiedBy>Daniel Jiang</cp:lastModifiedBy>
  <cp:revision>2</cp:revision>
  <dcterms:created xsi:type="dcterms:W3CDTF">2026-08-18T01:14:33Z</dcterms:created>
  <dcterms:modified xsi:type="dcterms:W3CDTF">2026-08-18T01:18:55Z</dcterms:modified>
</cp:coreProperties>
</file>